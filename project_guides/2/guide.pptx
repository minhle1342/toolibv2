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1161" y="1339151"/>
            <a:ext cx="6842460" cy="2978303"/>
          </a:xfrm>
          <a:custGeom>
            <a:avLst/>
            <a:gdLst/>
            <a:ahLst/>
            <a:cxnLst/>
            <a:rect r="r" b="b" t="t" l="l"/>
            <a:pathLst>
              <a:path h="2978303" w="6842460">
                <a:moveTo>
                  <a:pt x="0" y="0"/>
                </a:moveTo>
                <a:lnTo>
                  <a:pt x="6842460" y="0"/>
                </a:lnTo>
                <a:lnTo>
                  <a:pt x="6842460" y="2978303"/>
                </a:lnTo>
                <a:lnTo>
                  <a:pt x="0" y="297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373" y="4760208"/>
            <a:ext cx="6904247" cy="2978303"/>
          </a:xfrm>
          <a:custGeom>
            <a:avLst/>
            <a:gdLst/>
            <a:ahLst/>
            <a:cxnLst/>
            <a:rect r="r" b="b" t="t" l="l"/>
            <a:pathLst>
              <a:path h="2978303" w="6904247">
                <a:moveTo>
                  <a:pt x="0" y="0"/>
                </a:moveTo>
                <a:lnTo>
                  <a:pt x="6904248" y="0"/>
                </a:lnTo>
                <a:lnTo>
                  <a:pt x="6904248" y="2978303"/>
                </a:lnTo>
                <a:lnTo>
                  <a:pt x="0" y="2978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9311" y="4760208"/>
            <a:ext cx="7460067" cy="2978303"/>
          </a:xfrm>
          <a:custGeom>
            <a:avLst/>
            <a:gdLst/>
            <a:ahLst/>
            <a:cxnLst/>
            <a:rect r="r" b="b" t="t" l="l"/>
            <a:pathLst>
              <a:path h="2978303" w="7460067">
                <a:moveTo>
                  <a:pt x="0" y="0"/>
                </a:moveTo>
                <a:lnTo>
                  <a:pt x="7460067" y="0"/>
                </a:lnTo>
                <a:lnTo>
                  <a:pt x="7460067" y="2978303"/>
                </a:lnTo>
                <a:lnTo>
                  <a:pt x="0" y="2978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25" t="0" r="-872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6455" y="8046444"/>
            <a:ext cx="68424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C17879"/>
                </a:solidFill>
                <a:latin typeface="Canva Sans"/>
                <a:ea typeface="Canva Sans"/>
                <a:cs typeface="Canva Sans"/>
                <a:sym typeface="Canva Sans"/>
              </a:rPr>
              <a:t>Colgate MaxFresh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68115" y="8046444"/>
            <a:ext cx="68424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DE9314"/>
                </a:solidFill>
                <a:latin typeface="Canva Sans"/>
                <a:ea typeface="Canva Sans"/>
                <a:cs typeface="Canva Sans"/>
                <a:sym typeface="Canva Sans"/>
              </a:rPr>
              <a:t>Colgate Other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1161" y="8934767"/>
            <a:ext cx="684246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Có tên MaxFresh thì gán nhãn </a:t>
            </a:r>
            <a:r>
              <a:rPr lang="en-US" sz="3399">
                <a:solidFill>
                  <a:srgbClr val="C17879"/>
                </a:solidFill>
                <a:latin typeface="Canva Sans"/>
                <a:ea typeface="Canva Sans"/>
                <a:cs typeface="Canva Sans"/>
                <a:sym typeface="Canva Sans"/>
              </a:rPr>
              <a:t>Max Fresh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9488" y="320611"/>
            <a:ext cx="64690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AE30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Lỗi 1: Nhầm lẫn giữa 2 loại kem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68115" y="8931634"/>
            <a:ext cx="684246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Thấy maxWhite thì gán </a:t>
            </a:r>
            <a:r>
              <a:rPr lang="en-US" sz="3399">
                <a:solidFill>
                  <a:srgbClr val="DE9314"/>
                </a:solidFill>
                <a:latin typeface="Canva Sans"/>
                <a:ea typeface="Canva Sans"/>
                <a:cs typeface="Canva Sans"/>
                <a:sym typeface="Canva Sans"/>
              </a:rPr>
              <a:t>Colgate Other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251128" y="4491463"/>
            <a:ext cx="1825881" cy="5269126"/>
          </a:xfrm>
          <a:custGeom>
            <a:avLst/>
            <a:gdLst/>
            <a:ahLst/>
            <a:cxnLst/>
            <a:rect r="r" b="b" t="t" l="l"/>
            <a:pathLst>
              <a:path h="5269126" w="1825881">
                <a:moveTo>
                  <a:pt x="0" y="0"/>
                </a:moveTo>
                <a:lnTo>
                  <a:pt x="1825882" y="0"/>
                </a:lnTo>
                <a:lnTo>
                  <a:pt x="1825882" y="5269126"/>
                </a:lnTo>
                <a:lnTo>
                  <a:pt x="0" y="526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6" t="0" r="-2446" b="-178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9144000" y="1722443"/>
            <a:ext cx="0" cy="85645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10227" y="2804547"/>
            <a:ext cx="6307684" cy="2245733"/>
          </a:xfrm>
          <a:custGeom>
            <a:avLst/>
            <a:gdLst/>
            <a:ahLst/>
            <a:cxnLst/>
            <a:rect r="r" b="b" t="t" l="l"/>
            <a:pathLst>
              <a:path h="2245733" w="6307684">
                <a:moveTo>
                  <a:pt x="0" y="0"/>
                </a:moveTo>
                <a:lnTo>
                  <a:pt x="6307684" y="0"/>
                </a:lnTo>
                <a:lnTo>
                  <a:pt x="6307684" y="2245733"/>
                </a:lnTo>
                <a:lnTo>
                  <a:pt x="0" y="2245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9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1540652" y="3694442"/>
            <a:ext cx="4640242" cy="1401831"/>
          </a:xfrm>
          <a:custGeom>
            <a:avLst/>
            <a:gdLst/>
            <a:ahLst/>
            <a:cxnLst/>
            <a:rect r="r" b="b" t="t" l="l"/>
            <a:pathLst>
              <a:path h="1401831" w="4640242">
                <a:moveTo>
                  <a:pt x="0" y="0"/>
                </a:moveTo>
                <a:lnTo>
                  <a:pt x="4640242" y="0"/>
                </a:lnTo>
                <a:lnTo>
                  <a:pt x="4640242" y="1401831"/>
                </a:lnTo>
                <a:lnTo>
                  <a:pt x="0" y="1401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5" r="0" b="-35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7227" y="705167"/>
            <a:ext cx="94335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AE30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Lỗi 2: Nhầm kem nằm ngang khi đặt đứng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307455"/>
            <a:ext cx="9144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kem loại đứng thì gán nhãn </a:t>
            </a:r>
            <a:r>
              <a:rPr lang="en-US" sz="3399">
                <a:solidFill>
                  <a:srgbClr val="DE9314"/>
                </a:solidFill>
                <a:latin typeface="Canva Sans"/>
                <a:ea typeface="Canva Sans"/>
                <a:cs typeface="Canva Sans"/>
                <a:sym typeface="Canva Sans"/>
              </a:rPr>
              <a:t>Colgate Other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297532"/>
            <a:ext cx="892868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kem loại đứng nhưng đặt nằm ngang trên kệ thì vẫn gán nhãn </a:t>
            </a:r>
            <a:r>
              <a:rPr lang="en-US" sz="3399">
                <a:solidFill>
                  <a:srgbClr val="DE9314"/>
                </a:solidFill>
                <a:latin typeface="Canva Sans"/>
                <a:ea typeface="Canva Sans"/>
                <a:cs typeface="Canva Sans"/>
                <a:sym typeface="Canva Sans"/>
              </a:rPr>
              <a:t>Colgate Other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8773" y="6858501"/>
            <a:ext cx="883299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Kem loại ngang mà đặt đứng thì </a:t>
            </a:r>
            <a:r>
              <a:rPr lang="en-US" b="true" sz="3399">
                <a:solidFill>
                  <a:srgbClr val="AE30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KHÔNG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gán nhãn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44000" y="1722443"/>
            <a:ext cx="0" cy="85645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08294" y="4216276"/>
            <a:ext cx="7399183" cy="1357419"/>
          </a:xfrm>
          <a:custGeom>
            <a:avLst/>
            <a:gdLst/>
            <a:ahLst/>
            <a:cxnLst/>
            <a:rect r="r" b="b" t="t" l="l"/>
            <a:pathLst>
              <a:path h="1357419" w="7399183">
                <a:moveTo>
                  <a:pt x="0" y="0"/>
                </a:moveTo>
                <a:lnTo>
                  <a:pt x="7399183" y="0"/>
                </a:lnTo>
                <a:lnTo>
                  <a:pt x="7399183" y="1357419"/>
                </a:lnTo>
                <a:lnTo>
                  <a:pt x="0" y="1357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6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72835" y="1722443"/>
            <a:ext cx="2070101" cy="2108437"/>
          </a:xfrm>
          <a:custGeom>
            <a:avLst/>
            <a:gdLst/>
            <a:ahLst/>
            <a:cxnLst/>
            <a:rect r="r" b="b" t="t" l="l"/>
            <a:pathLst>
              <a:path h="2108437" w="2070101">
                <a:moveTo>
                  <a:pt x="0" y="0"/>
                </a:moveTo>
                <a:lnTo>
                  <a:pt x="2070101" y="0"/>
                </a:lnTo>
                <a:lnTo>
                  <a:pt x="2070101" y="2108437"/>
                </a:lnTo>
                <a:lnTo>
                  <a:pt x="0" y="21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5923" y="4216276"/>
            <a:ext cx="4829699" cy="2837570"/>
          </a:xfrm>
          <a:custGeom>
            <a:avLst/>
            <a:gdLst/>
            <a:ahLst/>
            <a:cxnLst/>
            <a:rect r="r" b="b" t="t" l="l"/>
            <a:pathLst>
              <a:path h="2837570" w="4829699">
                <a:moveTo>
                  <a:pt x="0" y="0"/>
                </a:moveTo>
                <a:lnTo>
                  <a:pt x="4829700" y="0"/>
                </a:lnTo>
                <a:lnTo>
                  <a:pt x="4829700" y="2837570"/>
                </a:lnTo>
                <a:lnTo>
                  <a:pt x="0" y="2837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25044" y="1722443"/>
            <a:ext cx="2997622" cy="2236975"/>
          </a:xfrm>
          <a:custGeom>
            <a:avLst/>
            <a:gdLst/>
            <a:ahLst/>
            <a:cxnLst/>
            <a:rect r="r" b="b" t="t" l="l"/>
            <a:pathLst>
              <a:path h="2236975" w="2997622">
                <a:moveTo>
                  <a:pt x="0" y="0"/>
                </a:moveTo>
                <a:lnTo>
                  <a:pt x="2997621" y="0"/>
                </a:lnTo>
                <a:lnTo>
                  <a:pt x="2997621" y="2236976"/>
                </a:lnTo>
                <a:lnTo>
                  <a:pt x="0" y="2236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8282" y="5847062"/>
            <a:ext cx="4062747" cy="2386966"/>
          </a:xfrm>
          <a:custGeom>
            <a:avLst/>
            <a:gdLst/>
            <a:ahLst/>
            <a:cxnLst/>
            <a:rect r="r" b="b" t="t" l="l"/>
            <a:pathLst>
              <a:path h="2386966" w="4062747">
                <a:moveTo>
                  <a:pt x="0" y="0"/>
                </a:moveTo>
                <a:lnTo>
                  <a:pt x="4062747" y="0"/>
                </a:lnTo>
                <a:lnTo>
                  <a:pt x="4062747" y="2386966"/>
                </a:lnTo>
                <a:lnTo>
                  <a:pt x="0" y="2386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27227" y="705167"/>
            <a:ext cx="94335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AE30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Lỗi 3: Gán không sát vật thể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311" y="8440720"/>
            <a:ext cx="892868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Bouding box đè lên vật thể khác, không sát với vật thể cần bao trong bounding 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4275" y="8440720"/>
            <a:ext cx="864160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Đảm bảo bounding box khi zoom ở góc phải phải sát vật thể nhất có thể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5236" y="4498332"/>
            <a:ext cx="7388986" cy="5067950"/>
          </a:xfrm>
          <a:custGeom>
            <a:avLst/>
            <a:gdLst/>
            <a:ahLst/>
            <a:cxnLst/>
            <a:rect r="r" b="b" t="t" l="l"/>
            <a:pathLst>
              <a:path h="5067950" w="7388986">
                <a:moveTo>
                  <a:pt x="0" y="0"/>
                </a:moveTo>
                <a:lnTo>
                  <a:pt x="7388986" y="0"/>
                </a:lnTo>
                <a:lnTo>
                  <a:pt x="7388986" y="5067951"/>
                </a:lnTo>
                <a:lnTo>
                  <a:pt x="0" y="5067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631892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Nguyên tắc: Chỉ gán mặt trên + mặt trước trong 1 bounding box của hộp kem đầu tiên, không gán mặt trên của các hộp kem sau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87765" y="7518082"/>
            <a:ext cx="943927" cy="370522"/>
            <a:chOff x="0" y="0"/>
            <a:chExt cx="1258570" cy="4940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9354" y="47780"/>
              <a:ext cx="1158416" cy="394375"/>
            </a:xfrm>
            <a:custGeom>
              <a:avLst/>
              <a:gdLst/>
              <a:ahLst/>
              <a:cxnLst/>
              <a:rect r="r" b="b" t="t" l="l"/>
              <a:pathLst>
                <a:path h="394375" w="1158416">
                  <a:moveTo>
                    <a:pt x="1093646" y="141450"/>
                  </a:moveTo>
                  <a:cubicBezTo>
                    <a:pt x="630096" y="182090"/>
                    <a:pt x="553896" y="196060"/>
                    <a:pt x="473886" y="217650"/>
                  </a:cubicBezTo>
                  <a:cubicBezTo>
                    <a:pt x="391336" y="239240"/>
                    <a:pt x="302436" y="268450"/>
                    <a:pt x="233856" y="300200"/>
                  </a:cubicBezTo>
                  <a:cubicBezTo>
                    <a:pt x="176706" y="328140"/>
                    <a:pt x="125906" y="385290"/>
                    <a:pt x="85266" y="391640"/>
                  </a:cubicBezTo>
                  <a:cubicBezTo>
                    <a:pt x="61136" y="396720"/>
                    <a:pt x="38276" y="389100"/>
                    <a:pt x="23036" y="377670"/>
                  </a:cubicBezTo>
                  <a:cubicBezTo>
                    <a:pt x="11606" y="370050"/>
                    <a:pt x="2716" y="354810"/>
                    <a:pt x="1446" y="340840"/>
                  </a:cubicBezTo>
                  <a:cubicBezTo>
                    <a:pt x="-1094" y="323060"/>
                    <a:pt x="7796" y="293850"/>
                    <a:pt x="19226" y="279880"/>
                  </a:cubicBezTo>
                  <a:cubicBezTo>
                    <a:pt x="28116" y="268450"/>
                    <a:pt x="43356" y="262100"/>
                    <a:pt x="57326" y="259560"/>
                  </a:cubicBezTo>
                  <a:cubicBezTo>
                    <a:pt x="70026" y="258290"/>
                    <a:pt x="87806" y="259560"/>
                    <a:pt x="99236" y="267180"/>
                  </a:cubicBezTo>
                  <a:cubicBezTo>
                    <a:pt x="114476" y="276070"/>
                    <a:pt x="133526" y="301470"/>
                    <a:pt x="134796" y="319250"/>
                  </a:cubicBezTo>
                  <a:cubicBezTo>
                    <a:pt x="137336" y="338300"/>
                    <a:pt x="123366" y="366240"/>
                    <a:pt x="110666" y="378940"/>
                  </a:cubicBezTo>
                  <a:cubicBezTo>
                    <a:pt x="100506" y="389100"/>
                    <a:pt x="85266" y="394180"/>
                    <a:pt x="71296" y="394180"/>
                  </a:cubicBezTo>
                  <a:cubicBezTo>
                    <a:pt x="57326" y="395450"/>
                    <a:pt x="40816" y="390370"/>
                    <a:pt x="29386" y="382750"/>
                  </a:cubicBezTo>
                  <a:cubicBezTo>
                    <a:pt x="17956" y="375130"/>
                    <a:pt x="7796" y="361160"/>
                    <a:pt x="2716" y="348460"/>
                  </a:cubicBezTo>
                  <a:cubicBezTo>
                    <a:pt x="-1094" y="334490"/>
                    <a:pt x="-1094" y="317980"/>
                    <a:pt x="3986" y="305280"/>
                  </a:cubicBezTo>
                  <a:cubicBezTo>
                    <a:pt x="7796" y="291310"/>
                    <a:pt x="15416" y="282420"/>
                    <a:pt x="29386" y="270990"/>
                  </a:cubicBezTo>
                  <a:cubicBezTo>
                    <a:pt x="59866" y="245590"/>
                    <a:pt x="128446" y="210030"/>
                    <a:pt x="189406" y="182090"/>
                  </a:cubicBezTo>
                  <a:cubicBezTo>
                    <a:pt x="264336" y="149070"/>
                    <a:pt x="360856" y="116050"/>
                    <a:pt x="447216" y="93190"/>
                  </a:cubicBezTo>
                  <a:cubicBezTo>
                    <a:pt x="532306" y="70330"/>
                    <a:pt x="611046" y="57630"/>
                    <a:pt x="706296" y="43660"/>
                  </a:cubicBezTo>
                  <a:cubicBezTo>
                    <a:pt x="824406" y="27150"/>
                    <a:pt x="1035226" y="-10950"/>
                    <a:pt x="1099996" y="3020"/>
                  </a:cubicBezTo>
                  <a:cubicBezTo>
                    <a:pt x="1122856" y="8100"/>
                    <a:pt x="1133016" y="15720"/>
                    <a:pt x="1141906" y="27150"/>
                  </a:cubicBezTo>
                  <a:cubicBezTo>
                    <a:pt x="1152066" y="39850"/>
                    <a:pt x="1158416" y="58900"/>
                    <a:pt x="1158416" y="74140"/>
                  </a:cubicBezTo>
                  <a:cubicBezTo>
                    <a:pt x="1157146" y="90650"/>
                    <a:pt x="1149526" y="108430"/>
                    <a:pt x="1138096" y="119860"/>
                  </a:cubicBezTo>
                  <a:cubicBezTo>
                    <a:pt x="1127936" y="131290"/>
                    <a:pt x="1093646" y="141450"/>
                    <a:pt x="1093646" y="1414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75407" y="7211378"/>
            <a:ext cx="394335" cy="757238"/>
            <a:chOff x="0" y="0"/>
            <a:chExt cx="525780" cy="1009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136" y="46625"/>
              <a:ext cx="426634" cy="912860"/>
            </a:xfrm>
            <a:custGeom>
              <a:avLst/>
              <a:gdLst/>
              <a:ahLst/>
              <a:cxnLst/>
              <a:rect r="r" b="b" t="t" l="l"/>
              <a:pathLst>
                <a:path h="912860" w="426634">
                  <a:moveTo>
                    <a:pt x="142904" y="53705"/>
                  </a:moveTo>
                  <a:cubicBezTo>
                    <a:pt x="245774" y="462645"/>
                    <a:pt x="292764" y="579485"/>
                    <a:pt x="333404" y="660765"/>
                  </a:cubicBezTo>
                  <a:cubicBezTo>
                    <a:pt x="362614" y="720455"/>
                    <a:pt x="408334" y="772525"/>
                    <a:pt x="419764" y="809355"/>
                  </a:cubicBezTo>
                  <a:cubicBezTo>
                    <a:pt x="426114" y="828405"/>
                    <a:pt x="428654" y="841105"/>
                    <a:pt x="424844" y="856345"/>
                  </a:cubicBezTo>
                  <a:cubicBezTo>
                    <a:pt x="418494" y="875395"/>
                    <a:pt x="395634" y="899525"/>
                    <a:pt x="377854" y="908415"/>
                  </a:cubicBezTo>
                  <a:cubicBezTo>
                    <a:pt x="363884" y="914765"/>
                    <a:pt x="344834" y="913495"/>
                    <a:pt x="330864" y="909685"/>
                  </a:cubicBezTo>
                  <a:cubicBezTo>
                    <a:pt x="316894" y="904605"/>
                    <a:pt x="300384" y="895715"/>
                    <a:pt x="292764" y="881745"/>
                  </a:cubicBezTo>
                  <a:cubicBezTo>
                    <a:pt x="282604" y="865235"/>
                    <a:pt x="276254" y="832215"/>
                    <a:pt x="283874" y="813165"/>
                  </a:cubicBezTo>
                  <a:cubicBezTo>
                    <a:pt x="290224" y="794115"/>
                    <a:pt x="316894" y="773795"/>
                    <a:pt x="334674" y="767445"/>
                  </a:cubicBezTo>
                  <a:cubicBezTo>
                    <a:pt x="349914" y="762365"/>
                    <a:pt x="367694" y="764905"/>
                    <a:pt x="381664" y="771255"/>
                  </a:cubicBezTo>
                  <a:cubicBezTo>
                    <a:pt x="395634" y="777605"/>
                    <a:pt x="409604" y="787765"/>
                    <a:pt x="417224" y="803005"/>
                  </a:cubicBezTo>
                  <a:cubicBezTo>
                    <a:pt x="424844" y="819515"/>
                    <a:pt x="427384" y="853805"/>
                    <a:pt x="418494" y="871585"/>
                  </a:cubicBezTo>
                  <a:cubicBezTo>
                    <a:pt x="409604" y="889365"/>
                    <a:pt x="382934" y="909685"/>
                    <a:pt x="362614" y="912225"/>
                  </a:cubicBezTo>
                  <a:cubicBezTo>
                    <a:pt x="342294" y="914765"/>
                    <a:pt x="315624" y="902065"/>
                    <a:pt x="297844" y="888095"/>
                  </a:cubicBezTo>
                  <a:cubicBezTo>
                    <a:pt x="277524" y="871585"/>
                    <a:pt x="268634" y="851265"/>
                    <a:pt x="249584" y="815705"/>
                  </a:cubicBezTo>
                  <a:cubicBezTo>
                    <a:pt x="207674" y="734425"/>
                    <a:pt x="127664" y="522335"/>
                    <a:pt x="84484" y="391525"/>
                  </a:cubicBezTo>
                  <a:cubicBezTo>
                    <a:pt x="48924" y="284845"/>
                    <a:pt x="7014" y="151495"/>
                    <a:pt x="664" y="93075"/>
                  </a:cubicBezTo>
                  <a:cubicBezTo>
                    <a:pt x="-606" y="68945"/>
                    <a:pt x="-606" y="54975"/>
                    <a:pt x="5744" y="41005"/>
                  </a:cubicBezTo>
                  <a:cubicBezTo>
                    <a:pt x="13364" y="27035"/>
                    <a:pt x="29874" y="11795"/>
                    <a:pt x="43844" y="5445"/>
                  </a:cubicBezTo>
                  <a:cubicBezTo>
                    <a:pt x="59084" y="-905"/>
                    <a:pt x="80674" y="-2175"/>
                    <a:pt x="95914" y="4175"/>
                  </a:cubicBezTo>
                  <a:cubicBezTo>
                    <a:pt x="113694" y="11795"/>
                    <a:pt x="142904" y="53705"/>
                    <a:pt x="142904" y="5370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473565" y="7000875"/>
            <a:ext cx="412432" cy="581978"/>
            <a:chOff x="0" y="0"/>
            <a:chExt cx="549910" cy="775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7273" y="46625"/>
              <a:ext cx="451880" cy="680767"/>
            </a:xfrm>
            <a:custGeom>
              <a:avLst/>
              <a:gdLst/>
              <a:ahLst/>
              <a:cxnLst/>
              <a:rect r="r" b="b" t="t" l="l"/>
              <a:pathLst>
                <a:path h="680767" w="451880">
                  <a:moveTo>
                    <a:pt x="139417" y="41005"/>
                  </a:moveTo>
                  <a:cubicBezTo>
                    <a:pt x="305787" y="357235"/>
                    <a:pt x="380717" y="446135"/>
                    <a:pt x="411197" y="502015"/>
                  </a:cubicBezTo>
                  <a:cubicBezTo>
                    <a:pt x="428977" y="535035"/>
                    <a:pt x="440407" y="559165"/>
                    <a:pt x="445487" y="583295"/>
                  </a:cubicBezTo>
                  <a:cubicBezTo>
                    <a:pt x="449297" y="599805"/>
                    <a:pt x="453107" y="613775"/>
                    <a:pt x="448027" y="627745"/>
                  </a:cubicBezTo>
                  <a:cubicBezTo>
                    <a:pt x="441677" y="645525"/>
                    <a:pt x="420087" y="668385"/>
                    <a:pt x="403577" y="676005"/>
                  </a:cubicBezTo>
                  <a:cubicBezTo>
                    <a:pt x="389607" y="682355"/>
                    <a:pt x="371827" y="682355"/>
                    <a:pt x="357857" y="676005"/>
                  </a:cubicBezTo>
                  <a:cubicBezTo>
                    <a:pt x="341347" y="669655"/>
                    <a:pt x="318487" y="645525"/>
                    <a:pt x="312137" y="629015"/>
                  </a:cubicBezTo>
                  <a:cubicBezTo>
                    <a:pt x="307057" y="613775"/>
                    <a:pt x="309597" y="595995"/>
                    <a:pt x="314677" y="583295"/>
                  </a:cubicBezTo>
                  <a:cubicBezTo>
                    <a:pt x="319757" y="569325"/>
                    <a:pt x="329917" y="555355"/>
                    <a:pt x="343887" y="549005"/>
                  </a:cubicBezTo>
                  <a:cubicBezTo>
                    <a:pt x="360397" y="540115"/>
                    <a:pt x="392147" y="538845"/>
                    <a:pt x="409927" y="545195"/>
                  </a:cubicBezTo>
                  <a:cubicBezTo>
                    <a:pt x="423897" y="550275"/>
                    <a:pt x="435327" y="562975"/>
                    <a:pt x="442947" y="575675"/>
                  </a:cubicBezTo>
                  <a:cubicBezTo>
                    <a:pt x="449297" y="588375"/>
                    <a:pt x="454377" y="606155"/>
                    <a:pt x="450567" y="620125"/>
                  </a:cubicBezTo>
                  <a:cubicBezTo>
                    <a:pt x="445487" y="637905"/>
                    <a:pt x="426437" y="664575"/>
                    <a:pt x="409927" y="673465"/>
                  </a:cubicBezTo>
                  <a:cubicBezTo>
                    <a:pt x="397227" y="681085"/>
                    <a:pt x="379447" y="681085"/>
                    <a:pt x="365477" y="678545"/>
                  </a:cubicBezTo>
                  <a:cubicBezTo>
                    <a:pt x="351507" y="676005"/>
                    <a:pt x="342617" y="672195"/>
                    <a:pt x="326107" y="655685"/>
                  </a:cubicBezTo>
                  <a:cubicBezTo>
                    <a:pt x="265147" y="593455"/>
                    <a:pt x="36547" y="193405"/>
                    <a:pt x="8607" y="105775"/>
                  </a:cubicBezTo>
                  <a:cubicBezTo>
                    <a:pt x="-283" y="81645"/>
                    <a:pt x="-2823" y="70215"/>
                    <a:pt x="3527" y="54975"/>
                  </a:cubicBezTo>
                  <a:cubicBezTo>
                    <a:pt x="8607" y="35925"/>
                    <a:pt x="31467" y="11795"/>
                    <a:pt x="49247" y="4175"/>
                  </a:cubicBezTo>
                  <a:cubicBezTo>
                    <a:pt x="64487" y="-2175"/>
                    <a:pt x="86077" y="-905"/>
                    <a:pt x="101317" y="5445"/>
                  </a:cubicBezTo>
                  <a:cubicBezTo>
                    <a:pt x="116557" y="11795"/>
                    <a:pt x="139417" y="41005"/>
                    <a:pt x="139417" y="4100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854565" y="6690360"/>
            <a:ext cx="646748" cy="341947"/>
            <a:chOff x="0" y="0"/>
            <a:chExt cx="862330" cy="4559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8446" y="50800"/>
              <a:ext cx="762787" cy="353757"/>
            </a:xfrm>
            <a:custGeom>
              <a:avLst/>
              <a:gdLst/>
              <a:ahLst/>
              <a:cxnLst/>
              <a:rect r="r" b="b" t="t" l="l"/>
              <a:pathLst>
                <a:path h="353757" w="762787">
                  <a:moveTo>
                    <a:pt x="718634" y="143510"/>
                  </a:moveTo>
                  <a:cubicBezTo>
                    <a:pt x="516704" y="219710"/>
                    <a:pt x="423994" y="226060"/>
                    <a:pt x="343984" y="250190"/>
                  </a:cubicBezTo>
                  <a:cubicBezTo>
                    <a:pt x="260164" y="276860"/>
                    <a:pt x="145864" y="342900"/>
                    <a:pt x="93794" y="351790"/>
                  </a:cubicBezTo>
                  <a:cubicBezTo>
                    <a:pt x="73474" y="354330"/>
                    <a:pt x="60774" y="355600"/>
                    <a:pt x="46804" y="347980"/>
                  </a:cubicBezTo>
                  <a:cubicBezTo>
                    <a:pt x="29024" y="339090"/>
                    <a:pt x="7434" y="312420"/>
                    <a:pt x="2354" y="294640"/>
                  </a:cubicBezTo>
                  <a:cubicBezTo>
                    <a:pt x="-2726" y="279400"/>
                    <a:pt x="1084" y="260350"/>
                    <a:pt x="7434" y="246380"/>
                  </a:cubicBezTo>
                  <a:cubicBezTo>
                    <a:pt x="13784" y="233680"/>
                    <a:pt x="26484" y="218440"/>
                    <a:pt x="40454" y="212090"/>
                  </a:cubicBezTo>
                  <a:cubicBezTo>
                    <a:pt x="58234" y="205740"/>
                    <a:pt x="92524" y="205740"/>
                    <a:pt x="110304" y="213360"/>
                  </a:cubicBezTo>
                  <a:cubicBezTo>
                    <a:pt x="125544" y="219710"/>
                    <a:pt x="138244" y="233680"/>
                    <a:pt x="143324" y="248920"/>
                  </a:cubicBezTo>
                  <a:cubicBezTo>
                    <a:pt x="149674" y="266700"/>
                    <a:pt x="149674" y="300990"/>
                    <a:pt x="138244" y="318770"/>
                  </a:cubicBezTo>
                  <a:cubicBezTo>
                    <a:pt x="128084" y="335280"/>
                    <a:pt x="98874" y="353060"/>
                    <a:pt x="78554" y="353060"/>
                  </a:cubicBezTo>
                  <a:cubicBezTo>
                    <a:pt x="58234" y="354330"/>
                    <a:pt x="27754" y="340360"/>
                    <a:pt x="15054" y="323850"/>
                  </a:cubicBezTo>
                  <a:cubicBezTo>
                    <a:pt x="2354" y="307340"/>
                    <a:pt x="-186" y="273050"/>
                    <a:pt x="4894" y="254000"/>
                  </a:cubicBezTo>
                  <a:cubicBezTo>
                    <a:pt x="8704" y="238760"/>
                    <a:pt x="20134" y="228600"/>
                    <a:pt x="34104" y="217170"/>
                  </a:cubicBezTo>
                  <a:cubicBezTo>
                    <a:pt x="53154" y="200660"/>
                    <a:pt x="78554" y="190500"/>
                    <a:pt x="117924" y="175260"/>
                  </a:cubicBezTo>
                  <a:cubicBezTo>
                    <a:pt x="201744" y="143510"/>
                    <a:pt x="421454" y="104140"/>
                    <a:pt x="526864" y="68580"/>
                  </a:cubicBezTo>
                  <a:cubicBezTo>
                    <a:pt x="595444" y="45720"/>
                    <a:pt x="653864" y="0"/>
                    <a:pt x="691964" y="0"/>
                  </a:cubicBezTo>
                  <a:cubicBezTo>
                    <a:pt x="713554" y="0"/>
                    <a:pt x="728794" y="10160"/>
                    <a:pt x="740224" y="22860"/>
                  </a:cubicBezTo>
                  <a:cubicBezTo>
                    <a:pt x="752924" y="34290"/>
                    <a:pt x="760544" y="55880"/>
                    <a:pt x="761814" y="71120"/>
                  </a:cubicBezTo>
                  <a:cubicBezTo>
                    <a:pt x="764354" y="82550"/>
                    <a:pt x="761814" y="95250"/>
                    <a:pt x="755464" y="105410"/>
                  </a:cubicBezTo>
                  <a:cubicBezTo>
                    <a:pt x="749114" y="119380"/>
                    <a:pt x="718634" y="143510"/>
                    <a:pt x="718634" y="1435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15512" y="6499860"/>
            <a:ext cx="492443" cy="702945"/>
            <a:chOff x="0" y="0"/>
            <a:chExt cx="656590" cy="937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736" y="50146"/>
              <a:ext cx="556138" cy="836631"/>
            </a:xfrm>
            <a:custGeom>
              <a:avLst/>
              <a:gdLst/>
              <a:ahLst/>
              <a:cxnLst/>
              <a:rect r="r" b="b" t="t" l="l"/>
              <a:pathLst>
                <a:path h="836631" w="556138">
                  <a:moveTo>
                    <a:pt x="144844" y="53994"/>
                  </a:moveTo>
                  <a:cubicBezTo>
                    <a:pt x="193104" y="212744"/>
                    <a:pt x="219774" y="285134"/>
                    <a:pt x="256604" y="352444"/>
                  </a:cubicBezTo>
                  <a:cubicBezTo>
                    <a:pt x="299784" y="429914"/>
                    <a:pt x="369634" y="522624"/>
                    <a:pt x="422974" y="589934"/>
                  </a:cubicBezTo>
                  <a:cubicBezTo>
                    <a:pt x="466154" y="645814"/>
                    <a:pt x="534734" y="691534"/>
                    <a:pt x="548704" y="732174"/>
                  </a:cubicBezTo>
                  <a:cubicBezTo>
                    <a:pt x="557594" y="757574"/>
                    <a:pt x="553784" y="784244"/>
                    <a:pt x="544894" y="800754"/>
                  </a:cubicBezTo>
                  <a:cubicBezTo>
                    <a:pt x="538544" y="815994"/>
                    <a:pt x="523304" y="826154"/>
                    <a:pt x="509334" y="831234"/>
                  </a:cubicBezTo>
                  <a:cubicBezTo>
                    <a:pt x="495364" y="837584"/>
                    <a:pt x="476314" y="837584"/>
                    <a:pt x="462344" y="833774"/>
                  </a:cubicBezTo>
                  <a:cubicBezTo>
                    <a:pt x="448374" y="829964"/>
                    <a:pt x="431864" y="821074"/>
                    <a:pt x="424244" y="807104"/>
                  </a:cubicBezTo>
                  <a:cubicBezTo>
                    <a:pt x="414084" y="791864"/>
                    <a:pt x="407734" y="758844"/>
                    <a:pt x="412814" y="739794"/>
                  </a:cubicBezTo>
                  <a:cubicBezTo>
                    <a:pt x="416624" y="724554"/>
                    <a:pt x="428054" y="710584"/>
                    <a:pt x="440754" y="702964"/>
                  </a:cubicBezTo>
                  <a:cubicBezTo>
                    <a:pt x="457264" y="692804"/>
                    <a:pt x="490284" y="687724"/>
                    <a:pt x="509334" y="695344"/>
                  </a:cubicBezTo>
                  <a:cubicBezTo>
                    <a:pt x="528384" y="702964"/>
                    <a:pt x="548704" y="729634"/>
                    <a:pt x="553784" y="747414"/>
                  </a:cubicBezTo>
                  <a:cubicBezTo>
                    <a:pt x="558864" y="762654"/>
                    <a:pt x="555054" y="780434"/>
                    <a:pt x="548704" y="794404"/>
                  </a:cubicBezTo>
                  <a:cubicBezTo>
                    <a:pt x="542354" y="807104"/>
                    <a:pt x="529654" y="821074"/>
                    <a:pt x="516954" y="828694"/>
                  </a:cubicBezTo>
                  <a:cubicBezTo>
                    <a:pt x="502984" y="835044"/>
                    <a:pt x="485204" y="837584"/>
                    <a:pt x="469964" y="836314"/>
                  </a:cubicBezTo>
                  <a:cubicBezTo>
                    <a:pt x="455994" y="833774"/>
                    <a:pt x="444564" y="826154"/>
                    <a:pt x="429324" y="813454"/>
                  </a:cubicBezTo>
                  <a:cubicBezTo>
                    <a:pt x="397574" y="788054"/>
                    <a:pt x="351854" y="728364"/>
                    <a:pt x="308674" y="672484"/>
                  </a:cubicBezTo>
                  <a:cubicBezTo>
                    <a:pt x="252794" y="600094"/>
                    <a:pt x="175324" y="495954"/>
                    <a:pt x="128334" y="410864"/>
                  </a:cubicBezTo>
                  <a:cubicBezTo>
                    <a:pt x="86424" y="338474"/>
                    <a:pt x="54674" y="258464"/>
                    <a:pt x="33084" y="197504"/>
                  </a:cubicBezTo>
                  <a:cubicBezTo>
                    <a:pt x="16574" y="151784"/>
                    <a:pt x="-1206" y="108604"/>
                    <a:pt x="64" y="76854"/>
                  </a:cubicBezTo>
                  <a:cubicBezTo>
                    <a:pt x="64" y="56534"/>
                    <a:pt x="6414" y="40024"/>
                    <a:pt x="16574" y="27324"/>
                  </a:cubicBezTo>
                  <a:cubicBezTo>
                    <a:pt x="26734" y="14624"/>
                    <a:pt x="45784" y="3194"/>
                    <a:pt x="62294" y="654"/>
                  </a:cubicBezTo>
                  <a:cubicBezTo>
                    <a:pt x="78804" y="-1886"/>
                    <a:pt x="100394" y="3194"/>
                    <a:pt x="114364" y="12084"/>
                  </a:cubicBezTo>
                  <a:cubicBezTo>
                    <a:pt x="127064" y="20974"/>
                    <a:pt x="144844" y="53994"/>
                    <a:pt x="144844" y="5399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17468" y="6272212"/>
            <a:ext cx="587693" cy="319088"/>
            <a:chOff x="0" y="0"/>
            <a:chExt cx="783590" cy="425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311" y="48200"/>
              <a:ext cx="685122" cy="326636"/>
            </a:xfrm>
            <a:custGeom>
              <a:avLst/>
              <a:gdLst/>
              <a:ahLst/>
              <a:cxnLst/>
              <a:rect r="r" b="b" t="t" l="l"/>
              <a:pathLst>
                <a:path h="326636" w="685122">
                  <a:moveTo>
                    <a:pt x="634219" y="144840"/>
                  </a:moveTo>
                  <a:cubicBezTo>
                    <a:pt x="160509" y="307400"/>
                    <a:pt x="103359" y="328990"/>
                    <a:pt x="69069" y="326450"/>
                  </a:cubicBezTo>
                  <a:cubicBezTo>
                    <a:pt x="48749" y="323910"/>
                    <a:pt x="36049" y="318830"/>
                    <a:pt x="24619" y="307400"/>
                  </a:cubicBezTo>
                  <a:cubicBezTo>
                    <a:pt x="11919" y="293430"/>
                    <a:pt x="489" y="261680"/>
                    <a:pt x="489" y="242630"/>
                  </a:cubicBezTo>
                  <a:cubicBezTo>
                    <a:pt x="1759" y="226120"/>
                    <a:pt x="11919" y="210880"/>
                    <a:pt x="22079" y="200720"/>
                  </a:cubicBezTo>
                  <a:cubicBezTo>
                    <a:pt x="32239" y="189290"/>
                    <a:pt x="48749" y="181670"/>
                    <a:pt x="63989" y="179130"/>
                  </a:cubicBezTo>
                  <a:cubicBezTo>
                    <a:pt x="79229" y="176590"/>
                    <a:pt x="97009" y="180400"/>
                    <a:pt x="110979" y="188020"/>
                  </a:cubicBezTo>
                  <a:cubicBezTo>
                    <a:pt x="123679" y="195640"/>
                    <a:pt x="137649" y="208340"/>
                    <a:pt x="142729" y="222310"/>
                  </a:cubicBezTo>
                  <a:cubicBezTo>
                    <a:pt x="147809" y="241360"/>
                    <a:pt x="145269" y="274380"/>
                    <a:pt x="136379" y="292160"/>
                  </a:cubicBezTo>
                  <a:cubicBezTo>
                    <a:pt x="128759" y="306130"/>
                    <a:pt x="113519" y="316290"/>
                    <a:pt x="99549" y="321370"/>
                  </a:cubicBezTo>
                  <a:cubicBezTo>
                    <a:pt x="85579" y="326450"/>
                    <a:pt x="67799" y="328990"/>
                    <a:pt x="52559" y="322640"/>
                  </a:cubicBezTo>
                  <a:cubicBezTo>
                    <a:pt x="34779" y="316290"/>
                    <a:pt x="10649" y="292160"/>
                    <a:pt x="4299" y="274380"/>
                  </a:cubicBezTo>
                  <a:cubicBezTo>
                    <a:pt x="-2051" y="259140"/>
                    <a:pt x="-781" y="241360"/>
                    <a:pt x="4299" y="227390"/>
                  </a:cubicBezTo>
                  <a:cubicBezTo>
                    <a:pt x="9379" y="213420"/>
                    <a:pt x="16999" y="201990"/>
                    <a:pt x="34779" y="190560"/>
                  </a:cubicBezTo>
                  <a:cubicBezTo>
                    <a:pt x="75419" y="163890"/>
                    <a:pt x="199879" y="153730"/>
                    <a:pt x="287509" y="124520"/>
                  </a:cubicBezTo>
                  <a:cubicBezTo>
                    <a:pt x="384029" y="92770"/>
                    <a:pt x="526269" y="12760"/>
                    <a:pt x="585959" y="2600"/>
                  </a:cubicBezTo>
                  <a:cubicBezTo>
                    <a:pt x="611359" y="-1210"/>
                    <a:pt x="624059" y="-1210"/>
                    <a:pt x="639299" y="5140"/>
                  </a:cubicBezTo>
                  <a:cubicBezTo>
                    <a:pt x="654539" y="11490"/>
                    <a:pt x="671049" y="26730"/>
                    <a:pt x="677399" y="41970"/>
                  </a:cubicBezTo>
                  <a:cubicBezTo>
                    <a:pt x="685019" y="55940"/>
                    <a:pt x="687559" y="78800"/>
                    <a:pt x="682479" y="94040"/>
                  </a:cubicBezTo>
                  <a:cubicBezTo>
                    <a:pt x="674859" y="113090"/>
                    <a:pt x="634219" y="144840"/>
                    <a:pt x="634219" y="1448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20325" y="6216015"/>
            <a:ext cx="618172" cy="694372"/>
            <a:chOff x="0" y="0"/>
            <a:chExt cx="824230" cy="9258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0" y="50725"/>
              <a:ext cx="722942" cy="824607"/>
            </a:xfrm>
            <a:custGeom>
              <a:avLst/>
              <a:gdLst/>
              <a:ahLst/>
              <a:cxnLst/>
              <a:rect r="r" b="b" t="t" l="l"/>
              <a:pathLst>
                <a:path h="824607" w="722942">
                  <a:moveTo>
                    <a:pt x="113030" y="14045"/>
                  </a:moveTo>
                  <a:cubicBezTo>
                    <a:pt x="284480" y="158825"/>
                    <a:pt x="316230" y="191845"/>
                    <a:pt x="361950" y="245185"/>
                  </a:cubicBezTo>
                  <a:cubicBezTo>
                    <a:pt x="435610" y="327735"/>
                    <a:pt x="568960" y="481405"/>
                    <a:pt x="632460" y="577925"/>
                  </a:cubicBezTo>
                  <a:cubicBezTo>
                    <a:pt x="675640" y="645235"/>
                    <a:pt x="722630" y="716355"/>
                    <a:pt x="722630" y="758265"/>
                  </a:cubicBezTo>
                  <a:cubicBezTo>
                    <a:pt x="722630" y="782395"/>
                    <a:pt x="707390" y="801445"/>
                    <a:pt x="693420" y="812875"/>
                  </a:cubicBezTo>
                  <a:cubicBezTo>
                    <a:pt x="683260" y="821765"/>
                    <a:pt x="666750" y="824305"/>
                    <a:pt x="654050" y="824305"/>
                  </a:cubicBezTo>
                  <a:cubicBezTo>
                    <a:pt x="640080" y="823035"/>
                    <a:pt x="624840" y="817955"/>
                    <a:pt x="614680" y="809065"/>
                  </a:cubicBezTo>
                  <a:cubicBezTo>
                    <a:pt x="601980" y="796365"/>
                    <a:pt x="591820" y="768425"/>
                    <a:pt x="591820" y="751915"/>
                  </a:cubicBezTo>
                  <a:cubicBezTo>
                    <a:pt x="591820" y="737945"/>
                    <a:pt x="600710" y="722705"/>
                    <a:pt x="609600" y="713815"/>
                  </a:cubicBezTo>
                  <a:cubicBezTo>
                    <a:pt x="618490" y="703655"/>
                    <a:pt x="632460" y="694765"/>
                    <a:pt x="646430" y="693495"/>
                  </a:cubicBezTo>
                  <a:cubicBezTo>
                    <a:pt x="662940" y="692225"/>
                    <a:pt x="692150" y="702385"/>
                    <a:pt x="704850" y="713815"/>
                  </a:cubicBezTo>
                  <a:cubicBezTo>
                    <a:pt x="715010" y="722705"/>
                    <a:pt x="720090" y="737945"/>
                    <a:pt x="722630" y="750645"/>
                  </a:cubicBezTo>
                  <a:cubicBezTo>
                    <a:pt x="723900" y="764615"/>
                    <a:pt x="721360" y="781125"/>
                    <a:pt x="713740" y="792555"/>
                  </a:cubicBezTo>
                  <a:cubicBezTo>
                    <a:pt x="703580" y="806525"/>
                    <a:pt x="676910" y="821765"/>
                    <a:pt x="660400" y="824305"/>
                  </a:cubicBezTo>
                  <a:cubicBezTo>
                    <a:pt x="646430" y="825575"/>
                    <a:pt x="633730" y="823035"/>
                    <a:pt x="619760" y="812875"/>
                  </a:cubicBezTo>
                  <a:cubicBezTo>
                    <a:pt x="591820" y="790015"/>
                    <a:pt x="567690" y="706195"/>
                    <a:pt x="530860" y="650315"/>
                  </a:cubicBezTo>
                  <a:cubicBezTo>
                    <a:pt x="488950" y="586815"/>
                    <a:pt x="435610" y="519505"/>
                    <a:pt x="377190" y="453465"/>
                  </a:cubicBezTo>
                  <a:cubicBezTo>
                    <a:pt x="313690" y="378535"/>
                    <a:pt x="228600" y="284555"/>
                    <a:pt x="161290" y="224865"/>
                  </a:cubicBezTo>
                  <a:cubicBezTo>
                    <a:pt x="110490" y="177875"/>
                    <a:pt x="38100" y="144855"/>
                    <a:pt x="15240" y="113105"/>
                  </a:cubicBezTo>
                  <a:cubicBezTo>
                    <a:pt x="3810" y="95325"/>
                    <a:pt x="0" y="81355"/>
                    <a:pt x="0" y="66115"/>
                  </a:cubicBezTo>
                  <a:cubicBezTo>
                    <a:pt x="1270" y="49605"/>
                    <a:pt x="10160" y="31825"/>
                    <a:pt x="20320" y="20395"/>
                  </a:cubicBezTo>
                  <a:cubicBezTo>
                    <a:pt x="31750" y="8965"/>
                    <a:pt x="50800" y="1345"/>
                    <a:pt x="66040" y="75"/>
                  </a:cubicBezTo>
                  <a:cubicBezTo>
                    <a:pt x="81280" y="-1195"/>
                    <a:pt x="113030" y="14045"/>
                    <a:pt x="113030" y="1404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333672" y="5887403"/>
            <a:ext cx="510540" cy="320040"/>
            <a:chOff x="0" y="0"/>
            <a:chExt cx="680720" cy="426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855" y="49787"/>
              <a:ext cx="581378" cy="326374"/>
            </a:xfrm>
            <a:custGeom>
              <a:avLst/>
              <a:gdLst/>
              <a:ahLst/>
              <a:cxnLst/>
              <a:rect r="r" b="b" t="t" l="l"/>
              <a:pathLst>
                <a:path h="326374" w="581378">
                  <a:moveTo>
                    <a:pt x="549585" y="135633"/>
                  </a:moveTo>
                  <a:cubicBezTo>
                    <a:pt x="298125" y="288033"/>
                    <a:pt x="272725" y="293113"/>
                    <a:pt x="234625" y="302003"/>
                  </a:cubicBezTo>
                  <a:cubicBezTo>
                    <a:pt x="188905" y="313433"/>
                    <a:pt x="116515" y="327403"/>
                    <a:pt x="80955" y="326133"/>
                  </a:cubicBezTo>
                  <a:cubicBezTo>
                    <a:pt x="60635" y="324863"/>
                    <a:pt x="47935" y="323593"/>
                    <a:pt x="35235" y="315973"/>
                  </a:cubicBezTo>
                  <a:cubicBezTo>
                    <a:pt x="22535" y="308353"/>
                    <a:pt x="11105" y="294383"/>
                    <a:pt x="4755" y="280413"/>
                  </a:cubicBezTo>
                  <a:cubicBezTo>
                    <a:pt x="-325" y="266443"/>
                    <a:pt x="-1595" y="247393"/>
                    <a:pt x="2215" y="233423"/>
                  </a:cubicBezTo>
                  <a:cubicBezTo>
                    <a:pt x="7295" y="219453"/>
                    <a:pt x="16185" y="204213"/>
                    <a:pt x="28885" y="195323"/>
                  </a:cubicBezTo>
                  <a:cubicBezTo>
                    <a:pt x="45395" y="185163"/>
                    <a:pt x="78415" y="180083"/>
                    <a:pt x="96195" y="183893"/>
                  </a:cubicBezTo>
                  <a:cubicBezTo>
                    <a:pt x="111435" y="187703"/>
                    <a:pt x="125405" y="199133"/>
                    <a:pt x="133025" y="213103"/>
                  </a:cubicBezTo>
                  <a:cubicBezTo>
                    <a:pt x="141915" y="229613"/>
                    <a:pt x="145725" y="262633"/>
                    <a:pt x="140645" y="280413"/>
                  </a:cubicBezTo>
                  <a:cubicBezTo>
                    <a:pt x="135565" y="295653"/>
                    <a:pt x="122865" y="308353"/>
                    <a:pt x="110165" y="315973"/>
                  </a:cubicBezTo>
                  <a:cubicBezTo>
                    <a:pt x="97465" y="323593"/>
                    <a:pt x="79685" y="327403"/>
                    <a:pt x="64445" y="326133"/>
                  </a:cubicBezTo>
                  <a:cubicBezTo>
                    <a:pt x="50475" y="323593"/>
                    <a:pt x="32695" y="317243"/>
                    <a:pt x="22535" y="305813"/>
                  </a:cubicBezTo>
                  <a:cubicBezTo>
                    <a:pt x="9835" y="291843"/>
                    <a:pt x="-325" y="260093"/>
                    <a:pt x="945" y="241043"/>
                  </a:cubicBezTo>
                  <a:cubicBezTo>
                    <a:pt x="2215" y="225803"/>
                    <a:pt x="12375" y="210563"/>
                    <a:pt x="22535" y="200403"/>
                  </a:cubicBezTo>
                  <a:cubicBezTo>
                    <a:pt x="33965" y="190243"/>
                    <a:pt x="45395" y="187703"/>
                    <a:pt x="65715" y="181353"/>
                  </a:cubicBezTo>
                  <a:cubicBezTo>
                    <a:pt x="106355" y="168653"/>
                    <a:pt x="199065" y="172463"/>
                    <a:pt x="266375" y="147063"/>
                  </a:cubicBezTo>
                  <a:cubicBezTo>
                    <a:pt x="343845" y="117853"/>
                    <a:pt x="445445" y="9903"/>
                    <a:pt x="496245" y="1013"/>
                  </a:cubicBezTo>
                  <a:cubicBezTo>
                    <a:pt x="519105" y="-2797"/>
                    <a:pt x="535615" y="4823"/>
                    <a:pt x="548315" y="12443"/>
                  </a:cubicBezTo>
                  <a:cubicBezTo>
                    <a:pt x="558475" y="18793"/>
                    <a:pt x="567365" y="27683"/>
                    <a:pt x="572445" y="39113"/>
                  </a:cubicBezTo>
                  <a:cubicBezTo>
                    <a:pt x="578795" y="53083"/>
                    <a:pt x="583875" y="75943"/>
                    <a:pt x="580065" y="91183"/>
                  </a:cubicBezTo>
                  <a:cubicBezTo>
                    <a:pt x="576255" y="107693"/>
                    <a:pt x="549585" y="135633"/>
                    <a:pt x="549585" y="135633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98430" y="5757862"/>
            <a:ext cx="425768" cy="599122"/>
            <a:chOff x="0" y="0"/>
            <a:chExt cx="567690" cy="7988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7665" y="47752"/>
              <a:ext cx="470451" cy="700320"/>
            </a:xfrm>
            <a:custGeom>
              <a:avLst/>
              <a:gdLst/>
              <a:ahLst/>
              <a:cxnLst/>
              <a:rect r="r" b="b" t="t" l="l"/>
              <a:pathLst>
                <a:path h="700320" w="470451">
                  <a:moveTo>
                    <a:pt x="131405" y="33528"/>
                  </a:moveTo>
                  <a:cubicBezTo>
                    <a:pt x="471765" y="632968"/>
                    <a:pt x="469225" y="650748"/>
                    <a:pt x="461605" y="665988"/>
                  </a:cubicBezTo>
                  <a:cubicBezTo>
                    <a:pt x="455255" y="678688"/>
                    <a:pt x="441285" y="688848"/>
                    <a:pt x="428585" y="695198"/>
                  </a:cubicBezTo>
                  <a:cubicBezTo>
                    <a:pt x="415885" y="700278"/>
                    <a:pt x="399375" y="701548"/>
                    <a:pt x="385405" y="697738"/>
                  </a:cubicBezTo>
                  <a:cubicBezTo>
                    <a:pt x="372705" y="693928"/>
                    <a:pt x="357465" y="686308"/>
                    <a:pt x="349845" y="673608"/>
                  </a:cubicBezTo>
                  <a:cubicBezTo>
                    <a:pt x="339685" y="659638"/>
                    <a:pt x="332065" y="629158"/>
                    <a:pt x="338415" y="611378"/>
                  </a:cubicBezTo>
                  <a:cubicBezTo>
                    <a:pt x="343495" y="593598"/>
                    <a:pt x="365085" y="573278"/>
                    <a:pt x="384135" y="566928"/>
                  </a:cubicBezTo>
                  <a:cubicBezTo>
                    <a:pt x="401915" y="561848"/>
                    <a:pt x="431125" y="569468"/>
                    <a:pt x="445095" y="579628"/>
                  </a:cubicBezTo>
                  <a:cubicBezTo>
                    <a:pt x="457795" y="588518"/>
                    <a:pt x="465415" y="603758"/>
                    <a:pt x="469225" y="616458"/>
                  </a:cubicBezTo>
                  <a:cubicBezTo>
                    <a:pt x="471765" y="630428"/>
                    <a:pt x="470495" y="646938"/>
                    <a:pt x="464145" y="659638"/>
                  </a:cubicBezTo>
                  <a:cubicBezTo>
                    <a:pt x="459065" y="672338"/>
                    <a:pt x="447635" y="685038"/>
                    <a:pt x="434935" y="691388"/>
                  </a:cubicBezTo>
                  <a:cubicBezTo>
                    <a:pt x="423505" y="697738"/>
                    <a:pt x="406995" y="702818"/>
                    <a:pt x="393025" y="699008"/>
                  </a:cubicBezTo>
                  <a:cubicBezTo>
                    <a:pt x="376515" y="695198"/>
                    <a:pt x="361275" y="683768"/>
                    <a:pt x="342225" y="662178"/>
                  </a:cubicBezTo>
                  <a:cubicBezTo>
                    <a:pt x="297775" y="611378"/>
                    <a:pt x="236815" y="457708"/>
                    <a:pt x="179665" y="362458"/>
                  </a:cubicBezTo>
                  <a:cubicBezTo>
                    <a:pt x="123785" y="268478"/>
                    <a:pt x="18375" y="149098"/>
                    <a:pt x="3135" y="93218"/>
                  </a:cubicBezTo>
                  <a:cubicBezTo>
                    <a:pt x="-1945" y="70358"/>
                    <a:pt x="-675" y="57658"/>
                    <a:pt x="5675" y="42418"/>
                  </a:cubicBezTo>
                  <a:cubicBezTo>
                    <a:pt x="12025" y="28448"/>
                    <a:pt x="27265" y="13208"/>
                    <a:pt x="41235" y="6858"/>
                  </a:cubicBezTo>
                  <a:cubicBezTo>
                    <a:pt x="55205" y="-762"/>
                    <a:pt x="75525" y="-2032"/>
                    <a:pt x="90765" y="3048"/>
                  </a:cubicBezTo>
                  <a:cubicBezTo>
                    <a:pt x="106005" y="6858"/>
                    <a:pt x="131405" y="33528"/>
                    <a:pt x="131405" y="3352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561320" y="5563553"/>
            <a:ext cx="551498" cy="416243"/>
            <a:chOff x="0" y="0"/>
            <a:chExt cx="735330" cy="5549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9989" y="46625"/>
              <a:ext cx="635914" cy="456650"/>
            </a:xfrm>
            <a:custGeom>
              <a:avLst/>
              <a:gdLst/>
              <a:ahLst/>
              <a:cxnLst/>
              <a:rect r="r" b="b" t="t" l="l"/>
              <a:pathLst>
                <a:path h="456650" w="635914">
                  <a:moveTo>
                    <a:pt x="602791" y="138795"/>
                  </a:moveTo>
                  <a:cubicBezTo>
                    <a:pt x="139241" y="420735"/>
                    <a:pt x="129081" y="444865"/>
                    <a:pt x="103681" y="452485"/>
                  </a:cubicBezTo>
                  <a:cubicBezTo>
                    <a:pt x="80821" y="458835"/>
                    <a:pt x="50341" y="453755"/>
                    <a:pt x="32561" y="444865"/>
                  </a:cubicBezTo>
                  <a:cubicBezTo>
                    <a:pt x="18591" y="435975"/>
                    <a:pt x="8431" y="420735"/>
                    <a:pt x="3351" y="405495"/>
                  </a:cubicBezTo>
                  <a:cubicBezTo>
                    <a:pt x="-1729" y="391525"/>
                    <a:pt x="-459" y="372475"/>
                    <a:pt x="3351" y="357235"/>
                  </a:cubicBezTo>
                  <a:cubicBezTo>
                    <a:pt x="8431" y="343265"/>
                    <a:pt x="18591" y="326755"/>
                    <a:pt x="33831" y="319135"/>
                  </a:cubicBezTo>
                  <a:cubicBezTo>
                    <a:pt x="50341" y="310245"/>
                    <a:pt x="84631" y="303895"/>
                    <a:pt x="103681" y="311515"/>
                  </a:cubicBezTo>
                  <a:cubicBezTo>
                    <a:pt x="122731" y="320405"/>
                    <a:pt x="145591" y="345805"/>
                    <a:pt x="149401" y="366125"/>
                  </a:cubicBezTo>
                  <a:cubicBezTo>
                    <a:pt x="153211" y="386445"/>
                    <a:pt x="143051" y="419465"/>
                    <a:pt x="130351" y="434705"/>
                  </a:cubicBezTo>
                  <a:cubicBezTo>
                    <a:pt x="120191" y="447405"/>
                    <a:pt x="103681" y="455025"/>
                    <a:pt x="87171" y="456295"/>
                  </a:cubicBezTo>
                  <a:cubicBezTo>
                    <a:pt x="68121" y="458835"/>
                    <a:pt x="35101" y="447405"/>
                    <a:pt x="19861" y="433435"/>
                  </a:cubicBezTo>
                  <a:cubicBezTo>
                    <a:pt x="8431" y="423275"/>
                    <a:pt x="2081" y="405495"/>
                    <a:pt x="811" y="390255"/>
                  </a:cubicBezTo>
                  <a:cubicBezTo>
                    <a:pt x="-1729" y="375015"/>
                    <a:pt x="2081" y="358505"/>
                    <a:pt x="10971" y="343265"/>
                  </a:cubicBezTo>
                  <a:cubicBezTo>
                    <a:pt x="24941" y="320405"/>
                    <a:pt x="52881" y="298815"/>
                    <a:pt x="88441" y="273415"/>
                  </a:cubicBezTo>
                  <a:cubicBezTo>
                    <a:pt x="148131" y="231505"/>
                    <a:pt x="271321" y="175625"/>
                    <a:pt x="350061" y="127365"/>
                  </a:cubicBezTo>
                  <a:cubicBezTo>
                    <a:pt x="417371" y="85455"/>
                    <a:pt x="489761" y="18145"/>
                    <a:pt x="534211" y="4175"/>
                  </a:cubicBezTo>
                  <a:cubicBezTo>
                    <a:pt x="557071" y="-2175"/>
                    <a:pt x="572311" y="-905"/>
                    <a:pt x="588821" y="5445"/>
                  </a:cubicBezTo>
                  <a:cubicBezTo>
                    <a:pt x="604061" y="11795"/>
                    <a:pt x="620571" y="27035"/>
                    <a:pt x="628191" y="42275"/>
                  </a:cubicBezTo>
                  <a:cubicBezTo>
                    <a:pt x="635811" y="56245"/>
                    <a:pt x="638351" y="79105"/>
                    <a:pt x="633271" y="95615"/>
                  </a:cubicBezTo>
                  <a:cubicBezTo>
                    <a:pt x="629461" y="112125"/>
                    <a:pt x="602791" y="138795"/>
                    <a:pt x="602791" y="13879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66082" y="5413058"/>
            <a:ext cx="542925" cy="773430"/>
            <a:chOff x="0" y="0"/>
            <a:chExt cx="723900" cy="1031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7122" y="48098"/>
              <a:ext cx="626066" cy="932006"/>
            </a:xfrm>
            <a:custGeom>
              <a:avLst/>
              <a:gdLst/>
              <a:ahLst/>
              <a:cxnLst/>
              <a:rect r="r" b="b" t="t" l="l"/>
              <a:pathLst>
                <a:path h="932006" w="626066">
                  <a:moveTo>
                    <a:pt x="131948" y="31912"/>
                  </a:moveTo>
                  <a:cubicBezTo>
                    <a:pt x="346578" y="395132"/>
                    <a:pt x="352928" y="424342"/>
                    <a:pt x="384678" y="480222"/>
                  </a:cubicBezTo>
                  <a:cubicBezTo>
                    <a:pt x="438018" y="571662"/>
                    <a:pt x="598038" y="758352"/>
                    <a:pt x="618358" y="830742"/>
                  </a:cubicBezTo>
                  <a:cubicBezTo>
                    <a:pt x="627248" y="859952"/>
                    <a:pt x="625978" y="879002"/>
                    <a:pt x="617088" y="895512"/>
                  </a:cubicBezTo>
                  <a:cubicBezTo>
                    <a:pt x="608198" y="913292"/>
                    <a:pt x="581528" y="929802"/>
                    <a:pt x="562478" y="931072"/>
                  </a:cubicBezTo>
                  <a:cubicBezTo>
                    <a:pt x="543428" y="932342"/>
                    <a:pt x="515488" y="920912"/>
                    <a:pt x="502788" y="905672"/>
                  </a:cubicBezTo>
                  <a:cubicBezTo>
                    <a:pt x="491358" y="890432"/>
                    <a:pt x="485008" y="859952"/>
                    <a:pt x="490088" y="842172"/>
                  </a:cubicBezTo>
                  <a:cubicBezTo>
                    <a:pt x="496438" y="823122"/>
                    <a:pt x="518028" y="801532"/>
                    <a:pt x="535808" y="796452"/>
                  </a:cubicBezTo>
                  <a:cubicBezTo>
                    <a:pt x="554858" y="790102"/>
                    <a:pt x="585338" y="796452"/>
                    <a:pt x="600578" y="807882"/>
                  </a:cubicBezTo>
                  <a:cubicBezTo>
                    <a:pt x="614548" y="819312"/>
                    <a:pt x="627248" y="848522"/>
                    <a:pt x="625978" y="867572"/>
                  </a:cubicBezTo>
                  <a:cubicBezTo>
                    <a:pt x="624708" y="886622"/>
                    <a:pt x="605658" y="912022"/>
                    <a:pt x="590418" y="922182"/>
                  </a:cubicBezTo>
                  <a:cubicBezTo>
                    <a:pt x="578988" y="931072"/>
                    <a:pt x="562478" y="933612"/>
                    <a:pt x="547238" y="931072"/>
                  </a:cubicBezTo>
                  <a:cubicBezTo>
                    <a:pt x="529458" y="927262"/>
                    <a:pt x="518028" y="917102"/>
                    <a:pt x="495168" y="892972"/>
                  </a:cubicBezTo>
                  <a:cubicBezTo>
                    <a:pt x="407538" y="798992"/>
                    <a:pt x="32888" y="203362"/>
                    <a:pt x="3678" y="94142"/>
                  </a:cubicBezTo>
                  <a:cubicBezTo>
                    <a:pt x="-2672" y="68742"/>
                    <a:pt x="-132" y="57312"/>
                    <a:pt x="6218" y="43342"/>
                  </a:cubicBezTo>
                  <a:cubicBezTo>
                    <a:pt x="12568" y="28102"/>
                    <a:pt x="26538" y="12862"/>
                    <a:pt x="40508" y="6512"/>
                  </a:cubicBezTo>
                  <a:cubicBezTo>
                    <a:pt x="55748" y="162"/>
                    <a:pt x="76068" y="-2378"/>
                    <a:pt x="91308" y="2702"/>
                  </a:cubicBezTo>
                  <a:cubicBezTo>
                    <a:pt x="106548" y="6512"/>
                    <a:pt x="131948" y="31912"/>
                    <a:pt x="131948" y="3191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412605" y="7109460"/>
            <a:ext cx="762952" cy="460057"/>
            <a:chOff x="0" y="0"/>
            <a:chExt cx="1017270" cy="6134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236" y="50016"/>
              <a:ext cx="919468" cy="511444"/>
            </a:xfrm>
            <a:custGeom>
              <a:avLst/>
              <a:gdLst/>
              <a:ahLst/>
              <a:cxnLst/>
              <a:rect r="r" b="b" t="t" l="l"/>
              <a:pathLst>
                <a:path h="511444" w="919468">
                  <a:moveTo>
                    <a:pt x="57714" y="361464"/>
                  </a:moveTo>
                  <a:cubicBezTo>
                    <a:pt x="338384" y="283994"/>
                    <a:pt x="413314" y="247164"/>
                    <a:pt x="480624" y="209064"/>
                  </a:cubicBezTo>
                  <a:cubicBezTo>
                    <a:pt x="546664" y="172234"/>
                    <a:pt x="607624" y="118894"/>
                    <a:pt x="667314" y="83334"/>
                  </a:cubicBezTo>
                  <a:cubicBezTo>
                    <a:pt x="718114" y="52854"/>
                    <a:pt x="772724" y="12214"/>
                    <a:pt x="813364" y="4594"/>
                  </a:cubicBezTo>
                  <a:cubicBezTo>
                    <a:pt x="841304" y="-486"/>
                    <a:pt x="869244" y="4594"/>
                    <a:pt x="887024" y="14754"/>
                  </a:cubicBezTo>
                  <a:cubicBezTo>
                    <a:pt x="900994" y="22374"/>
                    <a:pt x="911154" y="40154"/>
                    <a:pt x="916234" y="55394"/>
                  </a:cubicBezTo>
                  <a:cubicBezTo>
                    <a:pt x="921314" y="70634"/>
                    <a:pt x="920044" y="89684"/>
                    <a:pt x="914964" y="104924"/>
                  </a:cubicBezTo>
                  <a:cubicBezTo>
                    <a:pt x="909884" y="120164"/>
                    <a:pt x="898454" y="136674"/>
                    <a:pt x="884484" y="144294"/>
                  </a:cubicBezTo>
                  <a:cubicBezTo>
                    <a:pt x="865434" y="153184"/>
                    <a:pt x="831144" y="159534"/>
                    <a:pt x="810824" y="150644"/>
                  </a:cubicBezTo>
                  <a:cubicBezTo>
                    <a:pt x="790504" y="141754"/>
                    <a:pt x="768914" y="115084"/>
                    <a:pt x="763834" y="93494"/>
                  </a:cubicBezTo>
                  <a:cubicBezTo>
                    <a:pt x="760024" y="71904"/>
                    <a:pt x="772724" y="38884"/>
                    <a:pt x="785424" y="23644"/>
                  </a:cubicBezTo>
                  <a:cubicBezTo>
                    <a:pt x="796854" y="9674"/>
                    <a:pt x="814634" y="3324"/>
                    <a:pt x="829874" y="784"/>
                  </a:cubicBezTo>
                  <a:cubicBezTo>
                    <a:pt x="846384" y="-1756"/>
                    <a:pt x="865434" y="2054"/>
                    <a:pt x="879404" y="9674"/>
                  </a:cubicBezTo>
                  <a:cubicBezTo>
                    <a:pt x="893374" y="17294"/>
                    <a:pt x="907344" y="31264"/>
                    <a:pt x="913694" y="46504"/>
                  </a:cubicBezTo>
                  <a:cubicBezTo>
                    <a:pt x="920044" y="66824"/>
                    <a:pt x="923854" y="93494"/>
                    <a:pt x="907344" y="120164"/>
                  </a:cubicBezTo>
                  <a:cubicBezTo>
                    <a:pt x="867974" y="183664"/>
                    <a:pt x="645724" y="287804"/>
                    <a:pt x="535234" y="346224"/>
                  </a:cubicBezTo>
                  <a:cubicBezTo>
                    <a:pt x="451414" y="390674"/>
                    <a:pt x="385374" y="421154"/>
                    <a:pt x="307904" y="449094"/>
                  </a:cubicBezTo>
                  <a:cubicBezTo>
                    <a:pt x="231704" y="475764"/>
                    <a:pt x="125024" y="513864"/>
                    <a:pt x="75494" y="511324"/>
                  </a:cubicBezTo>
                  <a:cubicBezTo>
                    <a:pt x="52634" y="510054"/>
                    <a:pt x="38664" y="503704"/>
                    <a:pt x="25964" y="492274"/>
                  </a:cubicBezTo>
                  <a:cubicBezTo>
                    <a:pt x="13264" y="480844"/>
                    <a:pt x="3104" y="461794"/>
                    <a:pt x="564" y="445284"/>
                  </a:cubicBezTo>
                  <a:cubicBezTo>
                    <a:pt x="-1976" y="428774"/>
                    <a:pt x="4374" y="405914"/>
                    <a:pt x="13264" y="393214"/>
                  </a:cubicBezTo>
                  <a:cubicBezTo>
                    <a:pt x="22154" y="379244"/>
                    <a:pt x="57714" y="361464"/>
                    <a:pt x="57714" y="36146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DAHN6dMvAEg</dc:identifier>
  <dcterms:modified xsi:type="dcterms:W3CDTF">2011-08-01T06:04:30Z</dcterms:modified>
  <cp:revision>1</cp:revision>
  <dc:title>Your paragraph text</dc:title>
</cp:coreProperties>
</file>